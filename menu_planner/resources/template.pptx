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2"/>
    <p:sldId id="258" r:id="rId3"/>
    <p:sldId id="260" r:id="rId4"/>
    <p:sldId id="261" r:id="rId5"/>
  </p:sldIdLst>
  <p:sldSz cx="12192000" cy="6858000"/>
  <p:notesSz cx="6858000" cy="9144000"/>
  <p:embeddedFontLst>
    <p:embeddedFont>
      <p:font typeface="Abril Bold" panose="020B0604020202020204" charset="0"/>
      <p:regular r:id="rId6"/>
    </p:embeddedFont>
    <p:embeddedFont>
      <p:font typeface="Agbalumo" panose="020B0604020202020204" charset="0"/>
      <p:regular r:id="rId7"/>
    </p:embeddedFont>
    <p:embeddedFont>
      <p:font typeface="Berthold Block" panose="020B0604020202020204" charset="0"/>
      <p:regular r:id="rId8"/>
    </p:embeddedFont>
    <p:embeddedFont>
      <p:font typeface="Mistrully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263" y="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400327">
            <a:off x="151400" y="347417"/>
            <a:ext cx="11915586" cy="2848877"/>
            <a:chOff x="0" y="0"/>
            <a:chExt cx="3775758" cy="9525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75758" cy="952598"/>
            </a:xfrm>
            <a:custGeom>
              <a:avLst/>
              <a:gdLst/>
              <a:ahLst/>
              <a:cxnLst/>
              <a:rect l="l" t="t" r="r" b="b"/>
              <a:pathLst>
                <a:path w="3775758" h="952598">
                  <a:moveTo>
                    <a:pt x="1887879" y="0"/>
                  </a:moveTo>
                  <a:cubicBezTo>
                    <a:pt x="845232" y="0"/>
                    <a:pt x="0" y="213246"/>
                    <a:pt x="0" y="476299"/>
                  </a:cubicBezTo>
                  <a:cubicBezTo>
                    <a:pt x="0" y="739352"/>
                    <a:pt x="845232" y="952598"/>
                    <a:pt x="1887879" y="952598"/>
                  </a:cubicBezTo>
                  <a:cubicBezTo>
                    <a:pt x="2930526" y="952598"/>
                    <a:pt x="3775758" y="739352"/>
                    <a:pt x="3775758" y="476299"/>
                  </a:cubicBezTo>
                  <a:cubicBezTo>
                    <a:pt x="3775758" y="213246"/>
                    <a:pt x="2930526" y="0"/>
                    <a:pt x="1887879" y="0"/>
                  </a:cubicBezTo>
                  <a:close/>
                </a:path>
              </a:pathLst>
            </a:custGeom>
            <a:solidFill>
              <a:srgbClr val="EB6F2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353977" y="51206"/>
              <a:ext cx="3067804" cy="812086"/>
            </a:xfrm>
            <a:prstGeom prst="rect">
              <a:avLst/>
            </a:prstGeom>
          </p:spPr>
          <p:txBody>
            <a:bodyPr lIns="34941" tIns="34941" rIns="34941" bIns="34941" rtlCol="0" anchor="ctr"/>
            <a:lstStyle/>
            <a:p>
              <a:pPr algn="ctr">
                <a:lnSpc>
                  <a:spcPts val="182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10551547">
            <a:off x="143278" y="404335"/>
            <a:ext cx="11914385" cy="2864256"/>
            <a:chOff x="0" y="0"/>
            <a:chExt cx="3775758" cy="9525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5758" cy="952598"/>
            </a:xfrm>
            <a:custGeom>
              <a:avLst/>
              <a:gdLst/>
              <a:ahLst/>
              <a:cxnLst/>
              <a:rect l="l" t="t" r="r" b="b"/>
              <a:pathLst>
                <a:path w="3775758" h="952598">
                  <a:moveTo>
                    <a:pt x="1887879" y="0"/>
                  </a:moveTo>
                  <a:cubicBezTo>
                    <a:pt x="845232" y="0"/>
                    <a:pt x="0" y="213246"/>
                    <a:pt x="0" y="476299"/>
                  </a:cubicBezTo>
                  <a:cubicBezTo>
                    <a:pt x="0" y="739352"/>
                    <a:pt x="845232" y="952598"/>
                    <a:pt x="1887879" y="952598"/>
                  </a:cubicBezTo>
                  <a:cubicBezTo>
                    <a:pt x="2930526" y="952598"/>
                    <a:pt x="3775758" y="739352"/>
                    <a:pt x="3775758" y="476299"/>
                  </a:cubicBezTo>
                  <a:cubicBezTo>
                    <a:pt x="3775758" y="213246"/>
                    <a:pt x="2930526" y="0"/>
                    <a:pt x="1887879" y="0"/>
                  </a:cubicBezTo>
                  <a:close/>
                </a:path>
              </a:pathLst>
            </a:custGeom>
            <a:solidFill>
              <a:srgbClr val="FFFAE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353977" y="51206"/>
              <a:ext cx="3067804" cy="812086"/>
            </a:xfrm>
            <a:prstGeom prst="rect">
              <a:avLst/>
            </a:prstGeom>
          </p:spPr>
          <p:txBody>
            <a:bodyPr lIns="34941" tIns="34941" rIns="34941" bIns="34941" rtlCol="0" anchor="ctr"/>
            <a:lstStyle/>
            <a:p>
              <a:pPr algn="ctr">
                <a:lnSpc>
                  <a:spcPts val="182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57200" y="3695017"/>
            <a:ext cx="10977924" cy="289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69"/>
              </a:lnSpc>
            </a:pPr>
            <a:r>
              <a:rPr lang="en-US" sz="2692" dirty="0">
                <a:solidFill>
                  <a:srgbClr val="000000"/>
                </a:solidFill>
                <a:latin typeface="Abril Bold"/>
                <a:ea typeface="Abril Bold"/>
                <a:cs typeface="Abril Bold"/>
                <a:sym typeface="Abril Bold"/>
              </a:rPr>
              <a:t>Welcome to Oyster Cafeteria</a:t>
            </a:r>
          </a:p>
          <a:p>
            <a:pPr algn="just">
              <a:lnSpc>
                <a:spcPts val="3769"/>
              </a:lnSpc>
            </a:pPr>
            <a:r>
              <a:rPr lang="en-US" sz="2692" dirty="0">
                <a:solidFill>
                  <a:srgbClr val="000000"/>
                </a:solidFill>
                <a:latin typeface="Abril Bold"/>
                <a:ea typeface="Abril Bold"/>
                <a:cs typeface="Abril Bold"/>
                <a:sym typeface="Abril Bold"/>
              </a:rPr>
              <a:t>More than just a dining space, Oyster Cafeteria is designed to bring people together through fresh flavors, quality ingredients, and a comfortable atmosphere. Enjoy a diverse menu crafted to make every meal enjoyable and memorable.</a:t>
            </a:r>
          </a:p>
          <a:p>
            <a:pPr algn="just">
              <a:lnSpc>
                <a:spcPts val="3769"/>
              </a:lnSpc>
            </a:pPr>
            <a:endParaRPr lang="en-US" sz="2692" dirty="0">
              <a:solidFill>
                <a:srgbClr val="000000"/>
              </a:solidFill>
              <a:latin typeface="Abril Bold"/>
              <a:ea typeface="Abril Bold"/>
              <a:cs typeface="Abril Bold"/>
              <a:sym typeface="Abril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516686" y="435241"/>
            <a:ext cx="1361021" cy="1348649"/>
          </a:xfrm>
          <a:custGeom>
            <a:avLst/>
            <a:gdLst/>
            <a:ahLst/>
            <a:cxnLst/>
            <a:rect l="l" t="t" r="r" b="b"/>
            <a:pathLst>
              <a:path w="1361021" h="1348649">
                <a:moveTo>
                  <a:pt x="0" y="0"/>
                </a:moveTo>
                <a:lnTo>
                  <a:pt x="1361022" y="0"/>
                </a:lnTo>
                <a:lnTo>
                  <a:pt x="1361022" y="1348649"/>
                </a:lnTo>
                <a:lnTo>
                  <a:pt x="0" y="1348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59363" y="1174590"/>
            <a:ext cx="7764871" cy="164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75"/>
              </a:lnSpc>
            </a:pPr>
            <a:r>
              <a:rPr lang="en-US" sz="9196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Good Morning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3211062" cy="1806222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3211062" cy="1806222"/>
            </a:xfrm>
            <a:custGeom>
              <a:avLst/>
              <a:gdLst/>
              <a:ahLst/>
              <a:cxnLst/>
              <a:rect l="l" t="t" r="r" b="b"/>
              <a:pathLst>
                <a:path w="3211062" h="1806222">
                  <a:moveTo>
                    <a:pt x="0" y="0"/>
                  </a:moveTo>
                  <a:lnTo>
                    <a:pt x="3211062" y="0"/>
                  </a:lnTo>
                  <a:lnTo>
                    <a:pt x="3211062" y="1806222"/>
                  </a:lnTo>
                  <a:lnTo>
                    <a:pt x="0" y="1806222"/>
                  </a:lnTo>
                  <a:close/>
                </a:path>
              </a:pathLst>
            </a:custGeom>
            <a:solidFill>
              <a:srgbClr val="2ECCE9"/>
            </a:solidFill>
          </p:spPr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3211062" cy="1844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785141" y="1701193"/>
            <a:ext cx="6408887" cy="733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18"/>
              </a:lnSpc>
            </a:pPr>
            <a:r>
              <a:rPr lang="en-US" sz="6287" dirty="0">
                <a:solidFill>
                  <a:srgbClr val="332A2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CHILLY MANCHURIAN 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17489" y="772106"/>
            <a:ext cx="5044482" cy="4987189"/>
            <a:chOff x="-65633" y="-110003"/>
            <a:chExt cx="11788774" cy="11654882"/>
          </a:xfrm>
        </p:grpSpPr>
        <p:sp>
          <p:nvSpPr>
            <p:cNvPr id="10" name="Freeform 10"/>
            <p:cNvSpPr/>
            <p:nvPr/>
          </p:nvSpPr>
          <p:spPr>
            <a:xfrm>
              <a:off x="198000" y="44456"/>
              <a:ext cx="11478425" cy="11500423"/>
            </a:xfrm>
            <a:custGeom>
              <a:avLst/>
              <a:gdLst/>
              <a:ahLst/>
              <a:cxnLst/>
              <a:rect l="l" t="t" r="r" b="b"/>
              <a:pathLst>
                <a:path w="11478425" h="11500423">
                  <a:moveTo>
                    <a:pt x="5739212" y="58"/>
                  </a:moveTo>
                  <a:cubicBezTo>
                    <a:pt x="3691851" y="-9157"/>
                    <a:pt x="1796082" y="1084796"/>
                    <a:pt x="769749" y="2867685"/>
                  </a:cubicBezTo>
                  <a:cubicBezTo>
                    <a:pt x="-256584" y="4650574"/>
                    <a:pt x="-256584" y="6849848"/>
                    <a:pt x="769749" y="8632737"/>
                  </a:cubicBezTo>
                  <a:cubicBezTo>
                    <a:pt x="1796082" y="10415626"/>
                    <a:pt x="3691851" y="11509580"/>
                    <a:pt x="5739212" y="11500365"/>
                  </a:cubicBezTo>
                  <a:cubicBezTo>
                    <a:pt x="7786573" y="11509580"/>
                    <a:pt x="9682342" y="10415626"/>
                    <a:pt x="10708675" y="8632737"/>
                  </a:cubicBezTo>
                  <a:cubicBezTo>
                    <a:pt x="11735007" y="6849848"/>
                    <a:pt x="11735007" y="4650574"/>
                    <a:pt x="10708675" y="2867685"/>
                  </a:cubicBezTo>
                  <a:cubicBezTo>
                    <a:pt x="9682342" y="1084796"/>
                    <a:pt x="7786573" y="-9157"/>
                    <a:pt x="5739212" y="58"/>
                  </a:cubicBezTo>
                  <a:close/>
                </a:path>
              </a:pathLst>
            </a:custGeom>
            <a:blipFill>
              <a:blip r:embed="rId2"/>
              <a:stretch>
                <a:fillRect l="-12668" t="-5283" r="-12006" b="-19153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-65633" y="-110003"/>
              <a:ext cx="11788774" cy="11588103"/>
            </a:xfrm>
            <a:custGeom>
              <a:avLst/>
              <a:gdLst/>
              <a:ahLst/>
              <a:cxnLst/>
              <a:rect l="l" t="t" r="r" b="b"/>
              <a:pathLst>
                <a:path w="11788775" h="11588102">
                  <a:moveTo>
                    <a:pt x="0" y="0"/>
                  </a:moveTo>
                  <a:lnTo>
                    <a:pt x="11788775" y="0"/>
                  </a:lnTo>
                  <a:lnTo>
                    <a:pt x="11788775" y="11588102"/>
                  </a:lnTo>
                  <a:lnTo>
                    <a:pt x="0" y="11588102"/>
                  </a:lnTo>
                  <a:close/>
                </a:path>
              </a:pathLst>
            </a:custGeom>
            <a:blipFill>
              <a:blip r:embed="rId3"/>
              <a:stretch>
                <a:fillRect l="-59" r="-59"/>
              </a:stretch>
            </a:blipFill>
          </p:spPr>
          <p:txBody>
            <a:bodyPr/>
            <a:lstStyle/>
            <a:p>
              <a:r>
                <a:rPr lang="en-US" dirty="0"/>
                <a:t>Dish photo will </a:t>
              </a:r>
              <a:r>
                <a:rPr lang="en-US" dirty="0" err="1"/>
                <a:t>conme</a:t>
              </a:r>
              <a:r>
                <a:rPr lang="en-US" dirty="0"/>
                <a:t> here this is a border </a:t>
              </a:r>
              <a:endParaRPr lang="en-IN" dirty="0"/>
            </a:p>
          </p:txBody>
        </p:sp>
      </p:grpSp>
      <p:sp>
        <p:nvSpPr>
          <p:cNvPr id="12" name="Freeform 12"/>
          <p:cNvSpPr/>
          <p:nvPr/>
        </p:nvSpPr>
        <p:spPr>
          <a:xfrm rot="2480278">
            <a:off x="4236248" y="480842"/>
            <a:ext cx="1823446" cy="974024"/>
          </a:xfrm>
          <a:custGeom>
            <a:avLst/>
            <a:gdLst/>
            <a:ahLst/>
            <a:cxnLst/>
            <a:rect l="l" t="t" r="r" b="b"/>
            <a:pathLst>
              <a:path w="1823446" h="974024">
                <a:moveTo>
                  <a:pt x="0" y="0"/>
                </a:moveTo>
                <a:lnTo>
                  <a:pt x="1823445" y="0"/>
                </a:lnTo>
                <a:lnTo>
                  <a:pt x="1823445" y="974024"/>
                </a:lnTo>
                <a:lnTo>
                  <a:pt x="0" y="974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571063">
            <a:off x="229611" y="91362"/>
            <a:ext cx="1738738" cy="1859613"/>
          </a:xfrm>
          <a:custGeom>
            <a:avLst/>
            <a:gdLst/>
            <a:ahLst/>
            <a:cxnLst/>
            <a:rect l="l" t="t" r="r" b="b"/>
            <a:pathLst>
              <a:path w="1738738" h="1859613">
                <a:moveTo>
                  <a:pt x="0" y="0"/>
                </a:moveTo>
                <a:lnTo>
                  <a:pt x="1738738" y="0"/>
                </a:lnTo>
                <a:lnTo>
                  <a:pt x="1738738" y="1859614"/>
                </a:lnTo>
                <a:lnTo>
                  <a:pt x="0" y="1859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814" y="4644349"/>
            <a:ext cx="2361048" cy="2098382"/>
          </a:xfrm>
          <a:custGeom>
            <a:avLst/>
            <a:gdLst/>
            <a:ahLst/>
            <a:cxnLst/>
            <a:rect l="l" t="t" r="r" b="b"/>
            <a:pathLst>
              <a:path w="2361048" h="2098382">
                <a:moveTo>
                  <a:pt x="0" y="0"/>
                </a:moveTo>
                <a:lnTo>
                  <a:pt x="2361048" y="0"/>
                </a:lnTo>
                <a:lnTo>
                  <a:pt x="2361048" y="2098381"/>
                </a:lnTo>
                <a:lnTo>
                  <a:pt x="0" y="20983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254721" y="216182"/>
            <a:ext cx="937279" cy="939236"/>
          </a:xfrm>
          <a:custGeom>
            <a:avLst/>
            <a:gdLst/>
            <a:ahLst/>
            <a:cxnLst/>
            <a:rect l="l" t="t" r="r" b="b"/>
            <a:pathLst>
              <a:path w="937279" h="939236">
                <a:moveTo>
                  <a:pt x="0" y="0"/>
                </a:moveTo>
                <a:lnTo>
                  <a:pt x="937279" y="0"/>
                </a:lnTo>
                <a:lnTo>
                  <a:pt x="937279" y="939236"/>
                </a:lnTo>
                <a:lnTo>
                  <a:pt x="0" y="9392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268951" flipH="1" flipV="1">
            <a:off x="9801852" y="4824593"/>
            <a:ext cx="2527221" cy="1611662"/>
          </a:xfrm>
          <a:custGeom>
            <a:avLst/>
            <a:gdLst/>
            <a:ahLst/>
            <a:cxnLst/>
            <a:rect l="l" t="t" r="r" b="b"/>
            <a:pathLst>
              <a:path w="2781892" h="1801275">
                <a:moveTo>
                  <a:pt x="2781892" y="1801276"/>
                </a:moveTo>
                <a:lnTo>
                  <a:pt x="0" y="1801276"/>
                </a:lnTo>
                <a:lnTo>
                  <a:pt x="0" y="0"/>
                </a:lnTo>
                <a:lnTo>
                  <a:pt x="2781892" y="0"/>
                </a:lnTo>
                <a:lnTo>
                  <a:pt x="2781892" y="1801276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541229"/>
              </p:ext>
            </p:extLst>
          </p:nvPr>
        </p:nvGraphicFramePr>
        <p:xfrm>
          <a:off x="6125973" y="3381519"/>
          <a:ext cx="5100534" cy="2743200"/>
        </p:xfrm>
        <a:graphic>
          <a:graphicData uri="http://schemas.openxmlformats.org/drawingml/2006/table">
            <a:tbl>
              <a:tblPr/>
              <a:tblGrid>
                <a:gridCol w="2615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5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ts val="1829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9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ts val="1829"/>
                        </a:lnSpc>
                        <a:defRPr/>
                      </a:pPr>
                      <a:endParaRPr lang="en-US" sz="1100" dirty="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9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ts val="1829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9"/>
                        </a:lnSpc>
                        <a:defRPr/>
                      </a:pPr>
                      <a:endParaRPr lang="en-US" sz="1100" dirty="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ts val="1829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9"/>
                        </a:lnSpc>
                        <a:defRPr/>
                      </a:pPr>
                      <a:endParaRPr lang="en-US" sz="1100" dirty="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E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8149062" y="2790262"/>
            <a:ext cx="4042938" cy="63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5"/>
              </a:lnSpc>
            </a:pPr>
            <a:r>
              <a:rPr lang="en-US" sz="3739" spc="74" dirty="0">
                <a:solidFill>
                  <a:srgbClr val="405E01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NUTRITION FACTS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18332" y="3550765"/>
            <a:ext cx="1179897" cy="38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341" spc="46">
                <a:solidFill>
                  <a:srgbClr val="405E01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CALORIES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18332" y="4222621"/>
            <a:ext cx="1179897" cy="38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341" spc="46">
                <a:solidFill>
                  <a:srgbClr val="405E01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PROTEIN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18332" y="4896571"/>
            <a:ext cx="1179897" cy="38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341" spc="46">
                <a:solidFill>
                  <a:srgbClr val="405E01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FATS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18332" y="5608387"/>
            <a:ext cx="1179897" cy="38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341" spc="46">
                <a:solidFill>
                  <a:srgbClr val="405E01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FIBRE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05906" y="3550765"/>
            <a:ext cx="1969416" cy="38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341" spc="46">
                <a:solidFill>
                  <a:srgbClr val="405E01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200-250 KCAL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05906" y="4222621"/>
            <a:ext cx="1495705" cy="38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341" spc="46">
                <a:solidFill>
                  <a:srgbClr val="405E01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5-6 GRAMS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05906" y="4915504"/>
            <a:ext cx="1409297" cy="38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341" spc="46">
                <a:solidFill>
                  <a:srgbClr val="405E01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3-4 GRAMS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05906" y="5608387"/>
            <a:ext cx="1179897" cy="38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341" spc="46">
                <a:solidFill>
                  <a:srgbClr val="405E01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6 GRAMS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68057" y="468797"/>
            <a:ext cx="3226180" cy="208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109"/>
              </a:lnSpc>
            </a:pPr>
            <a:r>
              <a:rPr lang="en-US" sz="7306">
                <a:solidFill>
                  <a:srgbClr val="FFFFFF"/>
                </a:solidFill>
                <a:latin typeface="Mistrully"/>
                <a:ea typeface="Mistrully"/>
                <a:cs typeface="Mistrully"/>
                <a:sym typeface="Mistrully"/>
              </a:rPr>
              <a:t>Lunch</a:t>
            </a:r>
          </a:p>
          <a:p>
            <a:pPr algn="r">
              <a:lnSpc>
                <a:spcPts val="8109"/>
              </a:lnSpc>
            </a:pPr>
            <a:endParaRPr lang="en-US" sz="7306">
              <a:solidFill>
                <a:srgbClr val="FFFFFF"/>
              </a:solidFill>
              <a:latin typeface="Mistrully"/>
              <a:ea typeface="Mistrully"/>
              <a:cs typeface="Mistrully"/>
              <a:sym typeface="Mistrull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10400327">
            <a:off x="26168" y="252011"/>
            <a:ext cx="11064891" cy="2590460"/>
            <a:chOff x="0" y="0"/>
            <a:chExt cx="3775758" cy="9525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5758" cy="952598"/>
            </a:xfrm>
            <a:custGeom>
              <a:avLst/>
              <a:gdLst/>
              <a:ahLst/>
              <a:cxnLst/>
              <a:rect l="l" t="t" r="r" b="b"/>
              <a:pathLst>
                <a:path w="3775758" h="952598">
                  <a:moveTo>
                    <a:pt x="1887879" y="0"/>
                  </a:moveTo>
                  <a:cubicBezTo>
                    <a:pt x="845232" y="0"/>
                    <a:pt x="0" y="213246"/>
                    <a:pt x="0" y="476299"/>
                  </a:cubicBezTo>
                  <a:cubicBezTo>
                    <a:pt x="0" y="739352"/>
                    <a:pt x="845232" y="952598"/>
                    <a:pt x="1887879" y="952598"/>
                  </a:cubicBezTo>
                  <a:cubicBezTo>
                    <a:pt x="2930526" y="952598"/>
                    <a:pt x="3775758" y="739352"/>
                    <a:pt x="3775758" y="476299"/>
                  </a:cubicBezTo>
                  <a:cubicBezTo>
                    <a:pt x="3775758" y="213246"/>
                    <a:pt x="2930526" y="0"/>
                    <a:pt x="1887879" y="0"/>
                  </a:cubicBezTo>
                  <a:close/>
                </a:path>
              </a:pathLst>
            </a:custGeom>
            <a:solidFill>
              <a:srgbClr val="EB6F2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353977" y="51206"/>
              <a:ext cx="3067804" cy="812086"/>
            </a:xfrm>
            <a:prstGeom prst="rect">
              <a:avLst/>
            </a:prstGeom>
          </p:spPr>
          <p:txBody>
            <a:bodyPr lIns="34941" tIns="34941" rIns="34941" bIns="34941" rtlCol="0" anchor="ctr"/>
            <a:lstStyle/>
            <a:p>
              <a:pPr algn="ctr">
                <a:lnSpc>
                  <a:spcPts val="182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10551547">
            <a:off x="708142" y="398633"/>
            <a:ext cx="11117668" cy="2118804"/>
            <a:chOff x="0" y="0"/>
            <a:chExt cx="3775758" cy="952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75758" cy="952598"/>
            </a:xfrm>
            <a:custGeom>
              <a:avLst/>
              <a:gdLst/>
              <a:ahLst/>
              <a:cxnLst/>
              <a:rect l="l" t="t" r="r" b="b"/>
              <a:pathLst>
                <a:path w="3775758" h="952598">
                  <a:moveTo>
                    <a:pt x="1887879" y="0"/>
                  </a:moveTo>
                  <a:cubicBezTo>
                    <a:pt x="845232" y="0"/>
                    <a:pt x="0" y="213246"/>
                    <a:pt x="0" y="476299"/>
                  </a:cubicBezTo>
                  <a:cubicBezTo>
                    <a:pt x="0" y="739352"/>
                    <a:pt x="845232" y="952598"/>
                    <a:pt x="1887879" y="952598"/>
                  </a:cubicBezTo>
                  <a:cubicBezTo>
                    <a:pt x="2930526" y="952598"/>
                    <a:pt x="3775758" y="739352"/>
                    <a:pt x="3775758" y="476299"/>
                  </a:cubicBezTo>
                  <a:cubicBezTo>
                    <a:pt x="3775758" y="213246"/>
                    <a:pt x="2930526" y="0"/>
                    <a:pt x="1887879" y="0"/>
                  </a:cubicBezTo>
                  <a:close/>
                </a:path>
              </a:pathLst>
            </a:custGeom>
            <a:solidFill>
              <a:srgbClr val="FFFAE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353977" y="51206"/>
              <a:ext cx="3067804" cy="812086"/>
            </a:xfrm>
            <a:prstGeom prst="rect">
              <a:avLst/>
            </a:prstGeom>
          </p:spPr>
          <p:txBody>
            <a:bodyPr lIns="34941" tIns="34941" rIns="34941" bIns="34941" rtlCol="0" anchor="ctr"/>
            <a:lstStyle/>
            <a:p>
              <a:pPr algn="ctr">
                <a:lnSpc>
                  <a:spcPts val="182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26020" y="2438400"/>
            <a:ext cx="9139957" cy="3969330"/>
            <a:chOff x="0" y="0"/>
            <a:chExt cx="6350000" cy="28159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2815989"/>
            </a:xfrm>
            <a:custGeom>
              <a:avLst/>
              <a:gdLst/>
              <a:ahLst/>
              <a:cxnLst/>
              <a:rect l="l" t="t" r="r" b="b"/>
              <a:pathLst>
                <a:path w="6350000" h="2815989">
                  <a:moveTo>
                    <a:pt x="6209030" y="0"/>
                  </a:moveTo>
                  <a:lnTo>
                    <a:pt x="140970" y="0"/>
                  </a:lnTo>
                  <a:cubicBezTo>
                    <a:pt x="63500" y="0"/>
                    <a:pt x="0" y="52605"/>
                    <a:pt x="0" y="117020"/>
                  </a:cubicBezTo>
                  <a:lnTo>
                    <a:pt x="0" y="2698969"/>
                  </a:lnTo>
                  <a:cubicBezTo>
                    <a:pt x="0" y="2763384"/>
                    <a:pt x="63500" y="2815989"/>
                    <a:pt x="140970" y="2815989"/>
                  </a:cubicBezTo>
                  <a:lnTo>
                    <a:pt x="6209030" y="2815989"/>
                  </a:lnTo>
                  <a:cubicBezTo>
                    <a:pt x="6286500" y="2815989"/>
                    <a:pt x="6350000" y="2763384"/>
                    <a:pt x="6350000" y="2698969"/>
                  </a:cubicBezTo>
                  <a:lnTo>
                    <a:pt x="6350000" y="117020"/>
                  </a:lnTo>
                  <a:cubicBezTo>
                    <a:pt x="6350000" y="52605"/>
                    <a:pt x="6286500" y="0"/>
                    <a:pt x="6209030" y="0"/>
                  </a:cubicBezTo>
                  <a:close/>
                </a:path>
              </a:pathLst>
            </a:custGeom>
            <a:blipFill>
              <a:blip r:embed="rId2"/>
              <a:stretch>
                <a:fillRect t="-25119" b="-25119"/>
              </a:stretch>
            </a:blipFill>
          </p:spPr>
          <p:txBody>
            <a:bodyPr/>
            <a:lstStyle/>
            <a:p>
              <a:r>
                <a:rPr lang="en-US" dirty="0"/>
                <a:t>Team photo will come here</a:t>
              </a:r>
              <a:endParaRPr lang="en-IN"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55419" y="689568"/>
            <a:ext cx="7881161" cy="1642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75"/>
              </a:lnSpc>
            </a:pPr>
            <a:r>
              <a:rPr lang="en-US" sz="9196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Meet the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5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988E5-0169-C90E-D473-986A759E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A4832FD-21C0-7CEE-86A0-39868D98CEDB}"/>
              </a:ext>
            </a:extLst>
          </p:cNvPr>
          <p:cNvGrpSpPr/>
          <p:nvPr/>
        </p:nvGrpSpPr>
        <p:grpSpPr>
          <a:xfrm rot="10400327">
            <a:off x="26168" y="252011"/>
            <a:ext cx="11064891" cy="2590460"/>
            <a:chOff x="0" y="0"/>
            <a:chExt cx="3775758" cy="95259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5BCC5A2-9B80-0987-8EEF-B9EB2C5D5874}"/>
                </a:ext>
              </a:extLst>
            </p:cNvPr>
            <p:cNvSpPr/>
            <p:nvPr/>
          </p:nvSpPr>
          <p:spPr>
            <a:xfrm>
              <a:off x="0" y="0"/>
              <a:ext cx="3775758" cy="952598"/>
            </a:xfrm>
            <a:custGeom>
              <a:avLst/>
              <a:gdLst/>
              <a:ahLst/>
              <a:cxnLst/>
              <a:rect l="l" t="t" r="r" b="b"/>
              <a:pathLst>
                <a:path w="3775758" h="952598">
                  <a:moveTo>
                    <a:pt x="1887879" y="0"/>
                  </a:moveTo>
                  <a:cubicBezTo>
                    <a:pt x="845232" y="0"/>
                    <a:pt x="0" y="213246"/>
                    <a:pt x="0" y="476299"/>
                  </a:cubicBezTo>
                  <a:cubicBezTo>
                    <a:pt x="0" y="739352"/>
                    <a:pt x="845232" y="952598"/>
                    <a:pt x="1887879" y="952598"/>
                  </a:cubicBezTo>
                  <a:cubicBezTo>
                    <a:pt x="2930526" y="952598"/>
                    <a:pt x="3775758" y="739352"/>
                    <a:pt x="3775758" y="476299"/>
                  </a:cubicBezTo>
                  <a:cubicBezTo>
                    <a:pt x="3775758" y="213246"/>
                    <a:pt x="2930526" y="0"/>
                    <a:pt x="1887879" y="0"/>
                  </a:cubicBezTo>
                  <a:close/>
                </a:path>
              </a:pathLst>
            </a:custGeom>
            <a:solidFill>
              <a:srgbClr val="EB6F25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A21E043-5810-42F3-FFC9-1E6EC308CA3E}"/>
                </a:ext>
              </a:extLst>
            </p:cNvPr>
            <p:cNvSpPr txBox="1"/>
            <p:nvPr/>
          </p:nvSpPr>
          <p:spPr>
            <a:xfrm>
              <a:off x="353977" y="51206"/>
              <a:ext cx="3067804" cy="812086"/>
            </a:xfrm>
            <a:prstGeom prst="rect">
              <a:avLst/>
            </a:prstGeom>
          </p:spPr>
          <p:txBody>
            <a:bodyPr lIns="34941" tIns="34941" rIns="34941" bIns="34941" rtlCol="0" anchor="ctr"/>
            <a:lstStyle/>
            <a:p>
              <a:pPr algn="ctr">
                <a:lnSpc>
                  <a:spcPts val="182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23C60CD-5384-D78C-7611-B6596C2C8E1D}"/>
              </a:ext>
            </a:extLst>
          </p:cNvPr>
          <p:cNvGrpSpPr/>
          <p:nvPr/>
        </p:nvGrpSpPr>
        <p:grpSpPr>
          <a:xfrm rot="10551547">
            <a:off x="708142" y="398633"/>
            <a:ext cx="11117668" cy="2118804"/>
            <a:chOff x="0" y="0"/>
            <a:chExt cx="3775758" cy="95259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10373E6-BEEA-2E18-2E09-B38D79DAADDE}"/>
                </a:ext>
              </a:extLst>
            </p:cNvPr>
            <p:cNvSpPr/>
            <p:nvPr/>
          </p:nvSpPr>
          <p:spPr>
            <a:xfrm>
              <a:off x="0" y="0"/>
              <a:ext cx="3775758" cy="952598"/>
            </a:xfrm>
            <a:custGeom>
              <a:avLst/>
              <a:gdLst/>
              <a:ahLst/>
              <a:cxnLst/>
              <a:rect l="l" t="t" r="r" b="b"/>
              <a:pathLst>
                <a:path w="3775758" h="952598">
                  <a:moveTo>
                    <a:pt x="1887879" y="0"/>
                  </a:moveTo>
                  <a:cubicBezTo>
                    <a:pt x="845232" y="0"/>
                    <a:pt x="0" y="213246"/>
                    <a:pt x="0" y="476299"/>
                  </a:cubicBezTo>
                  <a:cubicBezTo>
                    <a:pt x="0" y="739352"/>
                    <a:pt x="845232" y="952598"/>
                    <a:pt x="1887879" y="952598"/>
                  </a:cubicBezTo>
                  <a:cubicBezTo>
                    <a:pt x="2930526" y="952598"/>
                    <a:pt x="3775758" y="739352"/>
                    <a:pt x="3775758" y="476299"/>
                  </a:cubicBezTo>
                  <a:cubicBezTo>
                    <a:pt x="3775758" y="213246"/>
                    <a:pt x="2930526" y="0"/>
                    <a:pt x="1887879" y="0"/>
                  </a:cubicBezTo>
                  <a:close/>
                </a:path>
              </a:pathLst>
            </a:custGeom>
            <a:solidFill>
              <a:srgbClr val="FFFAE5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4AAAA27-34C5-D17E-3965-E88F8424CA39}"/>
                </a:ext>
              </a:extLst>
            </p:cNvPr>
            <p:cNvSpPr txBox="1"/>
            <p:nvPr/>
          </p:nvSpPr>
          <p:spPr>
            <a:xfrm>
              <a:off x="353977" y="51206"/>
              <a:ext cx="3067804" cy="812086"/>
            </a:xfrm>
            <a:prstGeom prst="rect">
              <a:avLst/>
            </a:prstGeom>
          </p:spPr>
          <p:txBody>
            <a:bodyPr lIns="34941" tIns="34941" rIns="34941" bIns="34941" rtlCol="0" anchor="ctr"/>
            <a:lstStyle/>
            <a:p>
              <a:pPr algn="ctr">
                <a:lnSpc>
                  <a:spcPts val="182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4F8043D-8B33-C482-9E1C-6E529DED6ACA}"/>
              </a:ext>
            </a:extLst>
          </p:cNvPr>
          <p:cNvGrpSpPr/>
          <p:nvPr/>
        </p:nvGrpSpPr>
        <p:grpSpPr>
          <a:xfrm>
            <a:off x="1526020" y="2438400"/>
            <a:ext cx="9139957" cy="3969330"/>
            <a:chOff x="0" y="0"/>
            <a:chExt cx="6350000" cy="281598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D7C52CF-BE5F-4821-75AA-9BADF74F8523}"/>
                </a:ext>
              </a:extLst>
            </p:cNvPr>
            <p:cNvSpPr/>
            <p:nvPr/>
          </p:nvSpPr>
          <p:spPr>
            <a:xfrm>
              <a:off x="0" y="0"/>
              <a:ext cx="6350000" cy="2815989"/>
            </a:xfrm>
            <a:custGeom>
              <a:avLst/>
              <a:gdLst/>
              <a:ahLst/>
              <a:cxnLst/>
              <a:rect l="l" t="t" r="r" b="b"/>
              <a:pathLst>
                <a:path w="6350000" h="2815989">
                  <a:moveTo>
                    <a:pt x="6209030" y="0"/>
                  </a:moveTo>
                  <a:lnTo>
                    <a:pt x="140970" y="0"/>
                  </a:lnTo>
                  <a:cubicBezTo>
                    <a:pt x="63500" y="0"/>
                    <a:pt x="0" y="52605"/>
                    <a:pt x="0" y="117020"/>
                  </a:cubicBezTo>
                  <a:lnTo>
                    <a:pt x="0" y="2698969"/>
                  </a:lnTo>
                  <a:cubicBezTo>
                    <a:pt x="0" y="2763384"/>
                    <a:pt x="63500" y="2815989"/>
                    <a:pt x="140970" y="2815989"/>
                  </a:cubicBezTo>
                  <a:lnTo>
                    <a:pt x="6209030" y="2815989"/>
                  </a:lnTo>
                  <a:cubicBezTo>
                    <a:pt x="6286500" y="2815989"/>
                    <a:pt x="6350000" y="2763384"/>
                    <a:pt x="6350000" y="2698969"/>
                  </a:cubicBezTo>
                  <a:lnTo>
                    <a:pt x="6350000" y="117020"/>
                  </a:lnTo>
                  <a:cubicBezTo>
                    <a:pt x="6350000" y="52605"/>
                    <a:pt x="6286500" y="0"/>
                    <a:pt x="6209030" y="0"/>
                  </a:cubicBezTo>
                  <a:close/>
                </a:path>
              </a:pathLst>
            </a:custGeom>
            <a:blipFill>
              <a:blip r:embed="rId2"/>
              <a:stretch>
                <a:fillRect t="-25119" b="-25119"/>
              </a:stretch>
            </a:blipFill>
          </p:spPr>
          <p:txBody>
            <a:bodyPr/>
            <a:lstStyle/>
            <a:p>
              <a:r>
                <a:rPr lang="en-US" dirty="0"/>
                <a:t>Logo will cone here</a:t>
              </a:r>
              <a:endParaRPr lang="en-IN" dirty="0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E2FBC671-197F-0599-EEC4-B52435D87E9F}"/>
              </a:ext>
            </a:extLst>
          </p:cNvPr>
          <p:cNvSpPr txBox="1"/>
          <p:nvPr/>
        </p:nvSpPr>
        <p:spPr>
          <a:xfrm>
            <a:off x="2155419" y="689568"/>
            <a:ext cx="7881161" cy="150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75"/>
              </a:lnSpc>
            </a:pPr>
            <a:r>
              <a:rPr lang="en-US" sz="9196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171121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Agbalumo</vt:lpstr>
      <vt:lpstr>Mistrully</vt:lpstr>
      <vt:lpstr>Berthold Block</vt:lpstr>
      <vt:lpstr>Calibri</vt:lpstr>
      <vt:lpstr>Arial</vt:lpstr>
      <vt:lpstr>Abril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IDLI SAMBAR</dc:title>
  <dc:creator>Sriniketh Kasula</dc:creator>
  <cp:lastModifiedBy>Sriniketh Kasula</cp:lastModifiedBy>
  <cp:revision>2</cp:revision>
  <dcterms:created xsi:type="dcterms:W3CDTF">2006-08-16T00:00:00Z</dcterms:created>
  <dcterms:modified xsi:type="dcterms:W3CDTF">2026-06-05T04:23:08Z</dcterms:modified>
  <dc:identifier>DAHLlr2SbW4</dc:identifier>
</cp:coreProperties>
</file>